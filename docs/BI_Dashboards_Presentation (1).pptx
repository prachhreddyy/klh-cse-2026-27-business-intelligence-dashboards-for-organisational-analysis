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548640"/>
            <a:ext cx="2743200" cy="27432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•  BUSINESS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 Dashboards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Organizational Performance Analysis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business data into interactive dashboards and actionable insights using Microsoft Power BI.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50292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•  BATCH-14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2420030437  —  K. Nishmitha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2420030439  —  Ammana Aditi Reddy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2420030802  —  Aenugu Prachetha Reddy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 for Organizational Performance Analysis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709160"/>
          </a:xfrm>
          <a:prstGeom prst="roundRect">
            <a:avLst>
              <a:gd name="adj" fmla="val 194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63093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organizational data and develop interactive Power BI dashboards that give a comprehensive, real-time view of business performance across sales, customers, products, revenue, and regions.
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datasets are cleaned, preprocessed and explored through EDA to surface trends and correlations. Key Performance Indicators are then identified and visualized through interactive, filterable dashboards.
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highlights high- and low-performing areas, supports comparative analysis, and enables faster, data-driven strategic decisions.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417320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001000" y="2350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 Tracked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0" y="3108960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3246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001000" y="4041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4800600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4937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01000" y="57332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Types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 for Organizational Performance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Datasets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0208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8892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Dataset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3520440"/>
            <a:ext cx="3072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customer, product and regional business data for a US retail superstore.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41248" y="5166360"/>
            <a:ext cx="3072384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528523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kaggle.com/vivek468/superstore-dataset-final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26280" y="150876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8288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202082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18888" y="278892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Superstore Dataset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818888" y="3520440"/>
            <a:ext cx="3072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retail sales, orders, shipping, customer segments and market performance data.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18888" y="5166360"/>
            <a:ext cx="3072384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3"/>
          <p:cNvSpPr/>
          <p:nvPr/>
        </p:nvSpPr>
        <p:spPr>
          <a:xfrm>
            <a:off x="4818888" y="528523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kaggle.com/apoorvaappz/global-super-store-dataset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503920" y="150876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823960" y="18288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/home/claude/icons/co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4" y="202082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96528" y="278892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Financial Dataset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796528" y="3520440"/>
            <a:ext cx="3072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Financial Sample — revenue, profit, discounts, units sold, country-wise data.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796528" y="5166360"/>
            <a:ext cx="3072384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19"/>
          <p:cNvSpPr/>
          <p:nvPr/>
        </p:nvSpPr>
        <p:spPr>
          <a:xfrm>
            <a:off x="8796528" y="528523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 — Power BI sample download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 for Organizational Performance Analysis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783080" cy="2651760"/>
          </a:xfrm>
          <a:prstGeom prst="roundRect">
            <a:avLst>
              <a:gd name="adj" fmla="val 4103"/>
            </a:avLst>
          </a:prstGeom>
          <a:solidFill>
            <a:srgbClr val="141A47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292" y="20391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" y="274320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4360" y="32918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Global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Financial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95144" y="2843784"/>
            <a:ext cx="128016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Shape 7"/>
          <p:cNvSpPr/>
          <p:nvPr/>
        </p:nvSpPr>
        <p:spPr>
          <a:xfrm>
            <a:off x="2432304" y="1600200"/>
            <a:ext cx="1783080" cy="2651760"/>
          </a:xfrm>
          <a:prstGeom prst="roundRect">
            <a:avLst>
              <a:gd name="adj" fmla="val 4103"/>
            </a:avLst>
          </a:prstGeom>
          <a:solidFill>
            <a:srgbClr val="141A47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58084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76" y="203911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05456" y="274320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523744" y="32918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&amp; Import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224528" y="2843784"/>
            <a:ext cx="128016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2"/>
          <p:cNvSpPr/>
          <p:nvPr/>
        </p:nvSpPr>
        <p:spPr>
          <a:xfrm>
            <a:off x="4361688" y="1600200"/>
            <a:ext cx="1783080" cy="2651760"/>
          </a:xfrm>
          <a:prstGeom prst="roundRect">
            <a:avLst>
              <a:gd name="adj" fmla="val 4103"/>
            </a:avLst>
          </a:prstGeom>
          <a:solidFill>
            <a:srgbClr val="141A47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87468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203911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34840" y="274320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453128" y="32918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 Server)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153912" y="2843784"/>
            <a:ext cx="128016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2" name="Shape 17"/>
          <p:cNvSpPr/>
          <p:nvPr/>
        </p:nvSpPr>
        <p:spPr>
          <a:xfrm>
            <a:off x="6291072" y="1600200"/>
            <a:ext cx="1783080" cy="2651760"/>
          </a:xfrm>
          <a:prstGeom prst="roundRect">
            <a:avLst>
              <a:gd name="adj" fmla="val 4103"/>
            </a:avLst>
          </a:prstGeom>
          <a:solidFill>
            <a:srgbClr val="141A47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16852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444" y="203911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64224" y="274320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382512" y="32918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Transform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Integration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8083296" y="2843784"/>
            <a:ext cx="128016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8" name="Shape 22"/>
          <p:cNvSpPr/>
          <p:nvPr/>
        </p:nvSpPr>
        <p:spPr>
          <a:xfrm>
            <a:off x="8220456" y="1600200"/>
            <a:ext cx="1783080" cy="2651760"/>
          </a:xfrm>
          <a:prstGeom prst="roundRect">
            <a:avLst>
              <a:gd name="adj" fmla="val 4103"/>
            </a:avLst>
          </a:prstGeom>
          <a:solidFill>
            <a:srgbClr val="141A47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746236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/home/claude/icons/chartp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0828" y="2039112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93608" y="274320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BI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311896" y="32918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Modeling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· KPI Development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10012680" y="2843784"/>
            <a:ext cx="128016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4" name="Shape 27"/>
          <p:cNvSpPr/>
          <p:nvPr/>
        </p:nvSpPr>
        <p:spPr>
          <a:xfrm>
            <a:off x="10149840" y="1600200"/>
            <a:ext cx="1783080" cy="2651760"/>
          </a:xfrm>
          <a:prstGeom prst="roundRect">
            <a:avLst>
              <a:gd name="adj" fmla="val 4103"/>
            </a:avLst>
          </a:prstGeom>
          <a:solidFill>
            <a:srgbClr val="141A47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675620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5" descr="/home/claude/icons/deskt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0212" y="2039112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222992" y="274320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Output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241280" y="32918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Insights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502920" y="4617720"/>
            <a:ext cx="11430000" cy="1417320"/>
          </a:xfrm>
          <a:prstGeom prst="roundRect">
            <a:avLst>
              <a:gd name="adj" fmla="val 6452"/>
            </a:avLst>
          </a:prstGeom>
          <a:solidFill>
            <a:srgbClr val="10165A"/>
          </a:solidFill>
          <a:ln w="12700">
            <a:solidFill>
              <a:srgbClr val="2E3A7A"/>
            </a:solidFill>
            <a:prstDash val="solid"/>
          </a:ln>
        </p:spPr>
      </p:sp>
      <p:pic>
        <p:nvPicPr>
          <p:cNvPr id="40" name="Image 6" descr="/home/claude/icons/us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138928"/>
            <a:ext cx="457200" cy="45720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37160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Stakeholders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1371600" y="525780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Management — Strategic Decisions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Business Analysts — Performance Monitoring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Department Heads — Operational Insights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Executives — Growth &amp; Planning
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 for Organizational Performance Analysis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7612" y="187452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066544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78892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47472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72968" y="3648456"/>
            <a:ext cx="219456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3410712" y="160020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9684" y="187452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5330952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/home/claude/icons/b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066544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75304" y="278892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Checks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85032" y="347472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Analysis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35040" y="3648456"/>
            <a:ext cx="219456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8" name="Shape 14"/>
          <p:cNvSpPr/>
          <p:nvPr/>
        </p:nvSpPr>
        <p:spPr>
          <a:xfrm>
            <a:off x="6272784" y="160020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91756" y="187452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8193024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/home/claude/icons/chart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92" y="2066544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37376" y="278892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Analysis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47104" y="347472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&amp; Correlation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897112" y="3648456"/>
            <a:ext cx="219456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5" name="Shape 20"/>
          <p:cNvSpPr/>
          <p:nvPr/>
        </p:nvSpPr>
        <p:spPr>
          <a:xfrm>
            <a:off x="9134856" y="160020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053828" y="187452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2"/>
          <p:cNvSpPr/>
          <p:nvPr/>
        </p:nvSpPr>
        <p:spPr>
          <a:xfrm>
            <a:off x="11055096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28" name="Image 3" descr="/home/claude/icons/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564" y="2066544"/>
            <a:ext cx="420624" cy="4206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99448" y="278892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Generation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409176" y="347472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Identification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 for Organizational Performance Analysis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Techniques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2938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963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or remove incomplete records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392424" y="16002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93592" y="180136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s/cop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92938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24963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 Removal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75304" y="297180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eliminate redundant rows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6236208" y="16002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7376" y="180136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icons/bro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92938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9088" y="24963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19088" y="297180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errors, inconsistencies &amp; typos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9079992" y="16002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81160" y="180136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cons/exch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192938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2872" y="24963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262872" y="297180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data into analysis-ready formats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17880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icons/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30682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8737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31520" y="5349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multiple datasets into one source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3392424" y="397764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93592" y="417880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icons/alig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8" y="4306824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75304" y="48737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Formatting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75304" y="5349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types, units &amp; structures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6236208" y="397764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37376" y="417880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home/claude/icons/compres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4306824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19088" y="48737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Normalization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419088" y="5349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values for consistent comparison</a:t>
            </a:r>
            <a:endParaRPr lang="en-US" sz="980" dirty="0"/>
          </a:p>
        </p:txBody>
      </p:sp>
      <p:sp>
        <p:nvSpPr>
          <p:cNvPr id="39" name="Text 30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 for Organizational Performance Analysis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Dashboard Development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primarily on Microsoft Power BI, combining data modeling, DAX calculations and KPI development into interactive, decision-ready dashboards.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141A47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36829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home/claude/icons/chart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963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" y="306324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BI platform for modeling &amp; DAX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33672" y="214884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141A47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53128" y="236829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49631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93792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53128" y="306324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user-driven exploration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18704" y="214884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141A47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38160" y="236829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2" descr="/home/claude/icons/id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49631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78824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138160" y="306324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performance metrics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279392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141A47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8096" y="449884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3" descr="/home/claude/icons/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2686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4622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Graphs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68096" y="51937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trend &amp; comparison analysis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33672" y="4279392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141A47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53128" y="449884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4" descr="/home/claude/icons/fil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4626864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93792" y="44622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Slicers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453128" y="51937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drill-friendly data views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918704" y="4279392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141A47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138160" y="449884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2" name="Image 5" descr="/home/claude/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4626864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78824" y="44622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Reports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138160" y="51937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detail from summary to record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 for Organizational Performance Analysis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Techniques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9796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i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1351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002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33672" y="16002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53128" y="199796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icons/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13512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9512" y="16002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918704" y="16002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138160" y="199796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13512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24544" y="16002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218688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68096" y="36164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icons/chartp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75361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218688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233672" y="3218688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453128" y="36164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/home/claude/icons/thlar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3753612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39512" y="3218688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Treemaps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7918704" y="3218688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138160" y="36164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/home/claude/icons/fi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753612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24544" y="3218688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548640" y="4837176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68096" y="523494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/home/claude/icons/ma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5372100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54480" y="4837176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4233672" y="4837176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453128" y="523494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7" descr="/home/claude/icons/tab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0288" y="5372100"/>
            <a:ext cx="347472" cy="34747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39512" y="4837176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Matrix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7918704" y="4837176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138160" y="523494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8" descr="/home/claude/icons/deskto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320" y="5372100"/>
            <a:ext cx="347472" cy="34747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924544" y="4837176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40" name="Text 29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 for Organizational Performance Analysis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DELIVERS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1109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i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391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824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508760" y="208483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KPI tracking across sales, profit and growth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73368" y="191109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0391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824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132320" y="208483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products, categories and channels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05409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4107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co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5387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1821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Analysis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508760" y="358444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margin drivers and loss-making segments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72200" y="305409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73368" y="34107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frien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35387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1821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32320" y="358444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segments, retention and purchase patterns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553712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91032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03834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6817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Analysis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508760" y="508406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across markets &amp; geographies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72200" y="4553712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73368" y="491032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icons/chartare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503834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6817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132320" y="508406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 evolution over time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 for Organizational Performance Analysis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1371600" cy="1371600"/>
          </a:xfrm>
          <a:prstGeom prst="ellipse">
            <a:avLst/>
          </a:prstGeom>
          <a:solidFill>
            <a:srgbClr val="1C7293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5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13639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4752" y="28254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436168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837944" y="3483864"/>
            <a:ext cx="109728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9" name="Shape 6"/>
          <p:cNvSpPr/>
          <p:nvPr/>
        </p:nvSpPr>
        <p:spPr>
          <a:xfrm>
            <a:off x="2121408" y="2880360"/>
            <a:ext cx="1371600" cy="1371600"/>
          </a:xfrm>
          <a:prstGeom prst="ellipse">
            <a:avLst/>
          </a:prstGeom>
          <a:solidFill>
            <a:srgbClr val="141A47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10" name="Image 1" descr="/home/claude/icons/b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313639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08960" y="28254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84248" y="436168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EDA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502152" y="3483864"/>
            <a:ext cx="109728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4" name="Shape 10"/>
          <p:cNvSpPr/>
          <p:nvPr/>
        </p:nvSpPr>
        <p:spPr>
          <a:xfrm>
            <a:off x="3785616" y="2880360"/>
            <a:ext cx="1371600" cy="1371600"/>
          </a:xfrm>
          <a:prstGeom prst="ellipse">
            <a:avLst/>
          </a:prstGeom>
          <a:solidFill>
            <a:srgbClr val="1C7293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15" name="Image 2" descr="/home/claude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136392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73168" y="28254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648456" y="436168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166360" y="3483864"/>
            <a:ext cx="109728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9" name="Shape 14"/>
          <p:cNvSpPr/>
          <p:nvPr/>
        </p:nvSpPr>
        <p:spPr>
          <a:xfrm>
            <a:off x="5449824" y="2880360"/>
            <a:ext cx="1371600" cy="1371600"/>
          </a:xfrm>
          <a:prstGeom prst="ellipse">
            <a:avLst/>
          </a:prstGeom>
          <a:solidFill>
            <a:srgbClr val="141A47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20" name="Image 3" descr="/home/claude/icons/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3136392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37376" y="28254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312664" y="436168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830568" y="3483864"/>
            <a:ext cx="109728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4" name="Shape 18"/>
          <p:cNvSpPr/>
          <p:nvPr/>
        </p:nvSpPr>
        <p:spPr>
          <a:xfrm>
            <a:off x="7114032" y="2880360"/>
            <a:ext cx="1371600" cy="1371600"/>
          </a:xfrm>
          <a:prstGeom prst="ellipse">
            <a:avLst/>
          </a:prstGeom>
          <a:solidFill>
            <a:srgbClr val="1C7293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25" name="Image 4" descr="/home/claude/icons/sc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376" y="3136392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01584" y="28254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976872" y="436168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494776" y="3483864"/>
            <a:ext cx="109728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9" name="Shape 22"/>
          <p:cNvSpPr/>
          <p:nvPr/>
        </p:nvSpPr>
        <p:spPr>
          <a:xfrm>
            <a:off x="8778240" y="2880360"/>
            <a:ext cx="1371600" cy="1371600"/>
          </a:xfrm>
          <a:prstGeom prst="ellipse">
            <a:avLst/>
          </a:prstGeom>
          <a:solidFill>
            <a:srgbClr val="141A47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30" name="Image 5" descr="/home/claude/icons/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4584" y="3136392"/>
            <a:ext cx="438912" cy="4389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765792" y="28254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641080" y="436168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10158984" y="3483864"/>
            <a:ext cx="109728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4" name="Shape 26"/>
          <p:cNvSpPr/>
          <p:nvPr/>
        </p:nvSpPr>
        <p:spPr>
          <a:xfrm>
            <a:off x="10442448" y="2880360"/>
            <a:ext cx="1371600" cy="1371600"/>
          </a:xfrm>
          <a:prstGeom prst="ellipse">
            <a:avLst/>
          </a:prstGeom>
          <a:solidFill>
            <a:srgbClr val="1C7293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35" name="Image 6" descr="/home/claude/icons/fla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8792" y="3136392"/>
            <a:ext cx="438912" cy="43891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1430000" y="28254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10305288" y="436168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 for Organizational Performance Analysis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023360" cy="402336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Business Data into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Decisions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Business Intelligence dashboards can enhance organizational performance monitoring — presenting complex sales, profit and customer data in a simple, interactive and visually informative manner that empowers management, analysts and executives to act with confidence.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0292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•  BATCH-14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2420030437  —  K. Nishmitha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2420030439  —  Ammana Aditi Reddy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2420030802  —  Aenugu Prachetha Reddy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2026-08-12T06:47:57Z</dcterms:created>
  <dcterms:modified xsi:type="dcterms:W3CDTF">2026-08-12T06:47:57Z</dcterms:modified>
</cp:coreProperties>
</file>